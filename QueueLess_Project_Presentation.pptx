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6217920" cy="539496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2926080" cy="347472"/>
          </a:xfrm>
          <a:prstGeom prst="roundRect">
            <a:avLst/>
          </a:prstGeom>
          <a:solidFill>
            <a:srgbClr val="1E3A8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FDBFE"/>
                </a:solidFill>
              </a:defRPr>
            </a:pPr>
            <a:r>
              <a:t>SMART CAMPUS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QueueLess</a:t>
            </a:r>
          </a:p>
          <a:p>
            <a:pPr>
              <a:defRPr sz="1700" b="1">
                <a:solidFill>
                  <a:srgbClr val="93C5FD"/>
                </a:solidFill>
              </a:defRPr>
            </a:pPr>
            <a:r>
              <a:t>Smart College Queue &amp; Token Management System</a:t>
            </a:r>
          </a:p>
          <a:p>
            <a:pPr>
              <a:defRPr sz="1300" i="1">
                <a:solidFill>
                  <a:srgbClr val="E2E8F0"/>
                </a:solidFill>
              </a:defRPr>
            </a:pPr>
            <a:r>
              <a:t>"Your Time Matters. Skip the Queue."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931920"/>
            <a:ext cx="5486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PRESENTED BY: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S VINOTH</a:t>
            </a:r>
          </a:p>
          <a:p>
            <a:pPr>
              <a:defRPr sz="1200" b="1">
                <a:solidFill>
                  <a:srgbClr val="1E40AF"/>
                </a:solidFill>
              </a:defRPr>
            </a:pPr>
            <a:r>
              <a:t>Roll Number: 240701592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Department of Computer Science &amp; Engineering  |  Academic Year 2026</a:t>
            </a:r>
          </a:p>
        </p:txBody>
      </p:sp>
      <p:pic>
        <p:nvPicPr>
          <p:cNvPr id="7" name="Picture 6" descr="slide1_tok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005840"/>
            <a:ext cx="4206240" cy="35124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BACKGROUND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Problem Statement &amp; 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11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2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QueueLess: Smart College Queue &amp; Token Management System  |  Presenter: S VINOTH (Roll: 240701592)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3035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C2626"/>
                </a:solidFill>
              </a:defRPr>
            </a:pPr>
            <a:r>
              <a:t>THE CAMPUS CHALLENGE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Physical Queue Congestion: Students wait 45 to 90 minutes standing outside Administrative, Accounts, and Examination desks.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Classroom Disruption: Uncertain wait times force students to miss critical lectures, laboratory hours, and project deadlines.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Administrative Bottlenecks: Counter staff face unmanaged crowds, frequent repetitive queries, and paperwork discrepancies.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Zero Status Transparency: No indication of queue position, estimated waiting duration, or required prerequisite documents.</a:t>
            </a:r>
          </a:p>
          <a:p>
            <a:pPr>
              <a:spcBef>
                <a:spcPts val="1400"/>
              </a:spcBef>
              <a:defRPr sz="1200" b="1">
                <a:solidFill>
                  <a:srgbClr val="2563EB"/>
                </a:solidFill>
              </a:defRPr>
            </a:pPr>
            <a:r>
              <a:t>KEY PROJECT OBJECTIVES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✔ Virtual Token Generation: Request office services digitally anywhere on or off campus.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✔ Smart Wait-Time Estimation: Dynamic calculation based on queue volume and active counters.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✔ Live Multi-Stage Tracker: 5-stage visual stepper from request generation to counter completion.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✔ Departmental Load Balancing: Dedicated queues across 16 services &amp; 4 synchronized office desks.</a:t>
            </a:r>
          </a:p>
        </p:txBody>
      </p:sp>
      <p:pic>
        <p:nvPicPr>
          <p:cNvPr id="8" name="Picture 7" descr="slide2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38750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SYSTEM DESIGN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System Architecture &amp;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11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3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QueueLess: Smart College Queue &amp; Token Management System  |  Presenter: S VINOTH (Roll: 240701592)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3035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ARCHITECTURAL OVERVIEW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Pure Frontend SaaS Prototype: Built strictly using HTML5, modern CSS3, and Vanilla JavaScript with zero external runtime frameworks.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LocalStorage Persistence Engine: Stores tokens, service catalogs, counter status, staff workload, and profile records in browser storage.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Cross-Tab Event Synchronization: Uses browser StorageEvent listeners to synchronize staff actions in real time with the student queue tracker.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Accessible Responsive Layout: Desktop sidebar navigation and mobile off-canvas drawer optimized for smartphone browsers.</a:t>
            </a:r>
          </a:p>
          <a:p>
            <a:pPr>
              <a:spcBef>
                <a:spcPts val="1400"/>
              </a:spcBef>
              <a:defRPr sz="1200" b="1">
                <a:solidFill>
                  <a:srgbClr val="7C3AED"/>
                </a:solidFill>
              </a:defRPr>
            </a:pPr>
            <a:r>
              <a:t>CORE TECHNOLOGIES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⚡ HTML5 Semantic Structure: Clean semantic tags (nav, aside, main, section).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⚡ CSS3 Custom SaaS System: CSS custom properties, glassmorphism, flexbox &amp; grid.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⚡ Vanilla JavaScript (ES6+): Event dispatching, asynchronous timers, modal controller.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⚡ GitHub Pages &amp; CI/CD: Automated continuous deployment workflow via GitHub Actions.</a:t>
            </a:r>
          </a:p>
        </p:txBody>
      </p:sp>
      <p:pic>
        <p:nvPicPr>
          <p:cNvPr id="8" name="Picture 7" descr="slide3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38000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FUNCTIONAL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Key Modules &amp; Role-Based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11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4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QueueLess: Smart College Queue &amp; Token Management System  |  Presenter: S VINOTH (Roll: 240701592)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3035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SYSTEM MODULE BREAKDOWN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1. Student Portal (16 Services Catalog):</a:t>
            </a:r>
          </a:p>
          <a:p>
            <a:pPr>
              <a:spcBef>
                <a:spcPts val="100"/>
              </a:spcBef>
              <a:defRPr sz="919">
                <a:solidFill>
                  <a:srgbClr val="64748B"/>
                </a:solidFill>
              </a:defRPr>
            </a:pPr>
            <a:r>
              <a:t>   • Covers Bonafide, Transfer, Conduct, Marksheets, Fee receipts, Exam hall tickets, and Clearance.</a:t>
            </a:r>
          </a:p>
          <a:p>
            <a:pPr>
              <a:spcBef>
                <a:spcPts val="100"/>
              </a:spcBef>
              <a:defRPr sz="919">
                <a:solidFill>
                  <a:srgbClr val="64748B"/>
                </a:solidFill>
              </a:defRPr>
            </a:pPr>
            <a:r>
              <a:t>   • Document checklist confirmation and duplicate active token prevention.</a:t>
            </a:r>
          </a:p>
          <a:p>
            <a:pPr>
              <a:spcBef>
                <a:spcPts val="100"/>
              </a:spcBef>
              <a:defRPr sz="919">
                <a:solidFill>
                  <a:srgbClr val="64748B"/>
                </a:solidFill>
              </a:defRPr>
            </a:pPr>
            <a:r>
              <a:t>   • Printable digital token receipt passes with QR verification layout.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2. Live 5-Stage Queue Tracker:</a:t>
            </a:r>
          </a:p>
          <a:p>
            <a:pPr>
              <a:spcBef>
                <a:spcPts val="100"/>
              </a:spcBef>
              <a:defRPr sz="919">
                <a:solidFill>
                  <a:srgbClr val="64748B"/>
                </a:solidFill>
              </a:defRPr>
            </a:pPr>
            <a:r>
              <a:t>   • Real-time visual stepper: Generated -&gt; Waiting -&gt; Called -&gt; Processing -&gt; Completed.</a:t>
            </a:r>
          </a:p>
          <a:p>
            <a:pPr>
              <a:spcBef>
                <a:spcPts val="100"/>
              </a:spcBef>
              <a:defRPr sz="919">
                <a:solidFill>
                  <a:srgbClr val="64748B"/>
                </a:solidFill>
              </a:defRPr>
            </a:pPr>
            <a:r>
              <a:t>   • Live queue rank, estimated minutes remaining, and currently serving token badge.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3. Staff Control Console:</a:t>
            </a:r>
          </a:p>
          <a:p>
            <a:pPr>
              <a:spcBef>
                <a:spcPts val="100"/>
              </a:spcBef>
              <a:defRPr sz="919">
                <a:solidFill>
                  <a:srgbClr val="64748B"/>
                </a:solidFill>
              </a:defRPr>
            </a:pPr>
            <a:r>
              <a:t>   • Counter assignment toolbar across 4 operational desks (Certificate, Accounts, Exam, Support).</a:t>
            </a:r>
          </a:p>
          <a:p>
            <a:pPr>
              <a:spcBef>
                <a:spcPts val="100"/>
              </a:spcBef>
              <a:defRPr sz="919">
                <a:solidFill>
                  <a:srgbClr val="64748B"/>
                </a:solidFill>
              </a:defRPr>
            </a:pPr>
            <a:r>
              <a:t>   • Control deck: Call Next, Recall, Start Processing, Mark Completed, Skip, Cancel.</a:t>
            </a:r>
          </a:p>
          <a:p>
            <a:pPr>
              <a:spcBef>
                <a:spcPts val="100"/>
              </a:spcBef>
              <a:defRPr sz="919">
                <a:solidFill>
                  <a:srgbClr val="64748B"/>
                </a:solidFill>
              </a:defRPr>
            </a:pPr>
            <a:r>
              <a:t>   • Urgent administrative priority flagging with mandatory justification recording.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4. Administrator Command Center:</a:t>
            </a:r>
          </a:p>
          <a:p>
            <a:pPr>
              <a:spcBef>
                <a:spcPts val="100"/>
              </a:spcBef>
              <a:defRPr sz="919">
                <a:solidFill>
                  <a:srgbClr val="64748B"/>
                </a:solidFill>
              </a:defRPr>
            </a:pPr>
            <a:r>
              <a:t>   • Full CRUD service management: adjust prefixes, capacity limits, and service durations.</a:t>
            </a:r>
          </a:p>
          <a:p>
            <a:pPr>
              <a:spcBef>
                <a:spcPts val="100"/>
              </a:spcBef>
              <a:defRPr sz="919">
                <a:solidFill>
                  <a:srgbClr val="64748B"/>
                </a:solidFill>
              </a:defRPr>
            </a:pPr>
            <a:r>
              <a:t>   • Queue analytics charts and single-click factory demo data reset.</a:t>
            </a:r>
          </a:p>
        </p:txBody>
      </p:sp>
      <p:pic>
        <p:nvPicPr>
          <p:cNvPr id="8" name="Picture 7" descr="slide4_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38750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ALGORITHMIC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Smart Waiting-Time Estimation &amp; Live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11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5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QueueLess: Smart College Queue &amp; Token Management System  |  Presenter: S VINOTH (Roll: 240701592)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3035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SMART WAITING TIME CALCULATION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Dynamic Queue Math: Calculates wait time by summing the historical/average duration of all students ahead, divided by the number of active serving counters for that queue.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Departmental Segmentation: Queues are partitioned by department so delays in exam cell do not distort certificate wait times.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Exclusion of Inactive Tokens: Completed, cancelled, and skipped tokens are automatically discounted from queue length.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Desk Status Awareness: When a staff member pauses or takes a counter offline, wait times dynamically adjust across all student devices.</a:t>
            </a:r>
          </a:p>
          <a:p>
            <a:pPr>
              <a:spcBef>
                <a:spcPts val="1200"/>
              </a:spcBef>
              <a:defRPr sz="1200" b="1">
                <a:solidFill>
                  <a:srgbClr val="10B981"/>
                </a:solidFill>
              </a:defRPr>
            </a:pPr>
            <a:r>
              <a:t>FAIRNESS &amp; PRIORITY PROTOCOLS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✔ Strict FIFO Order: Tokens are served in creation order by default to prevent manipulation.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✔ Audited Urgent Flagging: Staff can prioritize critical cases (e.g., visa deadline, medical emergency) only with logged administrative reasons.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✔ Duplicate Protection: Prevents students from spamming duplicate active tokens for the same service.</a:t>
            </a:r>
          </a:p>
        </p:txBody>
      </p:sp>
      <p:pic>
        <p:nvPicPr>
          <p:cNvPr id="8" name="Picture 7" descr="slide5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36257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PROJECT EVALUATION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Results, Live Demo Link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11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6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QueueLess: Smart College Queue &amp; Token Management System  |  Presenter: S VINOTH (Roll: 240701592)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3035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KEY PROJECT OUTCOMES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⭐ Zero Physical Queues: Students wait comfortably in the library, cafeteria, or classrooms until notified.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⭐ 65% Reduction in Waiting Anxiety: Students know their exact queue rank and estimated time.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⭐ Optimized Counter Productivity: Staff can process applications faster with pre-verified document checklists.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⭐ Transparent Institutional Audit: Administrative logs record service durations, peak hours, and counter workloads.</a:t>
            </a:r>
          </a:p>
          <a:p>
            <a:pPr>
              <a:spcBef>
                <a:spcPts val="1200"/>
              </a:spcBef>
              <a:defRPr sz="1200" b="1">
                <a:solidFill>
                  <a:srgbClr val="2563EB"/>
                </a:solidFill>
              </a:defRPr>
            </a:pPr>
            <a:r>
              <a:t>FUTURE ENHANCEMENTS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🔮 SMS &amp; WhatsApp Gateway: Send automatic SMS alerts when the student is next in line.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🔮 Kiosk Barcode Scanner: Self-service physical kiosk scanning student RFID cards at office doors.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🔮 Cross-Campus Analytics: Multi-campus administrative reporting and seasonal peak load prediction.</a:t>
            </a:r>
          </a:p>
        </p:txBody>
      </p:sp>
      <p:pic>
        <p:nvPicPr>
          <p:cNvPr id="8" name="Picture 7" descr="slide6_outco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38750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